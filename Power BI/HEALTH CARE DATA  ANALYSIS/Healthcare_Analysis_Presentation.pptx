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1" r:id="rId10"/>
    <p:sldId id="262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00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96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48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4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94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3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9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29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74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74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8790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80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76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66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8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327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6121" y="757238"/>
            <a:ext cx="7591758" cy="3274516"/>
          </a:xfrm>
        </p:spPr>
        <p:txBody>
          <a:bodyPr/>
          <a:lstStyle/>
          <a:p>
            <a:pPr algn="ctr"/>
            <a:r>
              <a:rPr dirty="0"/>
              <a:t>Health Care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Analyze patient demographics</a:t>
            </a:r>
          </a:p>
          <a:p>
            <a:r>
              <a:t>Identify major disease patterns</a:t>
            </a:r>
          </a:p>
          <a:p>
            <a:r>
              <a:t>Understand ICU occupancy and performance</a:t>
            </a:r>
          </a:p>
          <a:p>
            <a:r>
              <a:t>Improve hospital resource planning</a:t>
            </a:r>
          </a:p>
          <a:p>
            <a:r>
              <a:t>Support data-driven healthcare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Patient demographics</a:t>
            </a:r>
          </a:p>
          <a:p>
            <a:r>
              <a:t>Disease indicators (DM, HTN, CKD, ACS, etc.)</a:t>
            </a:r>
          </a:p>
          <a:p>
            <a:r>
              <a:t>Hospital &amp; ICU stay duration</a:t>
            </a:r>
          </a:p>
          <a:p>
            <a:r>
              <a:t>Rural/Urban status</a:t>
            </a:r>
          </a:p>
          <a:p>
            <a:r>
              <a:t>Admissions (2017–2019)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Corrected data types</a:t>
            </a:r>
          </a:p>
          <a:p>
            <a:r>
              <a:t>Removed empty rows</a:t>
            </a:r>
          </a:p>
          <a:p>
            <a:r>
              <a:t>Converted 0/1 medical flags to Yes/No</a:t>
            </a:r>
          </a:p>
          <a:p>
            <a:r>
              <a:t>Created Age Groups &amp; Weekday columns</a:t>
            </a:r>
          </a:p>
          <a:p>
            <a:r>
              <a:t>Built Date Table</a:t>
            </a:r>
          </a:p>
          <a:p>
            <a:r>
              <a:t>Handled missing values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Star schema (1 Fact + Date dimension)</a:t>
            </a:r>
          </a:p>
          <a:p>
            <a:r>
              <a:t>Key DAX measures (TotalPatients, AvgStay, Male%, ICU_Avg)</a:t>
            </a:r>
          </a:p>
          <a:p>
            <a:r>
              <a:t>Calculated columns (AgeGroup, WeekDayName, ComorbidityCount)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70CB5-8DD2-32FD-28E3-3F2F2748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52FFC-7167-44A2-8983-CB155A657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55380" cy="847445"/>
          </a:xfrm>
        </p:spPr>
        <p:txBody>
          <a:bodyPr/>
          <a:lstStyle/>
          <a:p>
            <a:r>
              <a:rPr lang="en-US" dirty="0"/>
              <a:t>Dashboard- EXECUTIVE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1E0687-682B-F079-3034-CA8D3E82E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12" y="690282"/>
            <a:ext cx="8943976" cy="603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5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4CE8C-CC18-93AD-11C3-4CB3CDBA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EBE164-4CB9-01AA-6230-C438B72941AC}"/>
              </a:ext>
            </a:extLst>
          </p:cNvPr>
          <p:cNvSpPr txBox="1">
            <a:spLocks/>
          </p:cNvSpPr>
          <p:nvPr/>
        </p:nvSpPr>
        <p:spPr>
          <a:xfrm>
            <a:off x="-1" y="0"/>
            <a:ext cx="7758113" cy="8474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Dashboard- DEMOGRAPHIC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F12454-1480-94FA-E893-BEB21B1D5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35" y="847445"/>
            <a:ext cx="8896929" cy="555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6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9AAE4-37E8-6874-BEB1-4159FB087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5F16-13DB-4A7C-E7FD-69166686B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62398" cy="1047470"/>
          </a:xfrm>
        </p:spPr>
        <p:txBody>
          <a:bodyPr/>
          <a:lstStyle/>
          <a:p>
            <a:r>
              <a:rPr dirty="0"/>
              <a:t>D</a:t>
            </a:r>
            <a:r>
              <a:rPr lang="en-US" dirty="0"/>
              <a:t>ashboard: ICU PERFORMANCE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015C8-F08A-E0ED-8FD1-C5FEEE214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80487"/>
            <a:ext cx="9144000" cy="570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50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Admissions highest in Jan &amp; Dec</a:t>
            </a:r>
          </a:p>
          <a:p>
            <a:r>
              <a:t>63% male, 37% female patients</a:t>
            </a:r>
          </a:p>
          <a:p>
            <a:r>
              <a:t>Rural patients ~67% of total</a:t>
            </a:r>
          </a:p>
          <a:p>
            <a:r>
              <a:t>70% cases are Emergency admissions</a:t>
            </a:r>
          </a:p>
          <a:p>
            <a:r>
              <a:t>Most admissions Mon–Tue</a:t>
            </a:r>
          </a:p>
          <a:p>
            <a:r>
              <a:t>Top diseases: BP, Sugar, Alcohol, Smoking, Kidney</a:t>
            </a:r>
          </a:p>
          <a:p>
            <a:r>
              <a:t>ICU stay longest for kidney &amp; cardiac cases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Increase staff during Jan–Feb–Dec</a:t>
            </a:r>
          </a:p>
          <a:p>
            <a:r>
              <a:t>Strengthen cardiac &amp; renal care units</a:t>
            </a:r>
          </a:p>
          <a:p>
            <a:r>
              <a:t>Improve weekend emergency staffing</a:t>
            </a:r>
          </a:p>
          <a:p>
            <a:r>
              <a:t>Run rural disease awareness programs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Dashboard provides full insight into disease burden, ICU load, and patient demographics.</a:t>
            </a:r>
          </a:p>
          <a:p>
            <a:r>
              <a:t>Supports hospital decision-making and resource optimization.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228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Health Care Data Analysis</vt:lpstr>
      <vt:lpstr>Objective</vt:lpstr>
      <vt:lpstr>Dataset Description</vt:lpstr>
      <vt:lpstr>Data Cleaning Steps</vt:lpstr>
      <vt:lpstr>Data Modeling</vt:lpstr>
      <vt:lpstr>Dashboard- EXECUTIVE</vt:lpstr>
      <vt:lpstr>PowerPoint Presentation</vt:lpstr>
      <vt:lpstr>Dashboard: ICU PERFORMANCE </vt:lpstr>
      <vt:lpstr>Key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Subhamoy Hazra</cp:lastModifiedBy>
  <cp:revision>2</cp:revision>
  <dcterms:created xsi:type="dcterms:W3CDTF">2013-01-27T09:14:16Z</dcterms:created>
  <dcterms:modified xsi:type="dcterms:W3CDTF">2025-12-03T14:12:34Z</dcterms:modified>
  <cp:category/>
</cp:coreProperties>
</file>